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8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654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2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895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6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384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071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42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797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20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264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509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30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622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031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108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281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59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E-Commerce Customer Behavior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Science &amp; Analytics Internship – Task 2</a:t>
            </a:r>
          </a:p>
          <a:p>
            <a:endParaRPr/>
          </a:p>
          <a:p>
            <a:r>
              <a:t>Dataset: E-commerce Customer Behavior</a:t>
            </a:r>
          </a:p>
          <a:p>
            <a:r>
              <a:t>Focus: Revenue Drivers, Customer Segmentation &amp;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customer purchase behavior</a:t>
            </a:r>
          </a:p>
          <a:p>
            <a:r>
              <a:t>• Identify revenue drivers</a:t>
            </a:r>
          </a:p>
          <a:p>
            <a:r>
              <a:t>• Perform feature engineering</a:t>
            </a:r>
          </a:p>
          <a:p>
            <a:r>
              <a:t>• Generate actionable insights</a:t>
            </a:r>
          </a:p>
          <a:p>
            <a:r>
              <a:t>• Support data-driven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5000+ customer records</a:t>
            </a:r>
          </a:p>
          <a:p>
            <a:r>
              <a:t>• Demographics: Age, Gender, City</a:t>
            </a:r>
          </a:p>
          <a:p>
            <a:r>
              <a:t>• Behavioral metrics: Items Purchased, Rating</a:t>
            </a:r>
          </a:p>
          <a:p>
            <a:r>
              <a:t>• Revenue variable: Total Spend</a:t>
            </a:r>
          </a:p>
          <a:p>
            <a:r>
              <a:t>• Customer engagement indicators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Removed duplicate records</a:t>
            </a:r>
          </a:p>
          <a:p>
            <a:r>
              <a:t>• Checked missing values</a:t>
            </a:r>
          </a:p>
          <a:p>
            <a:r>
              <a:t>• Outlier removal using IQR</a:t>
            </a:r>
          </a:p>
          <a:p>
            <a:r>
              <a:t>• Standardized column naming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 Group segmentation</a:t>
            </a:r>
          </a:p>
          <a:p>
            <a:r>
              <a:t>• High Value Customer flag</a:t>
            </a:r>
          </a:p>
          <a:p>
            <a:r>
              <a:t>• Spend per Item calculation</a:t>
            </a:r>
          </a:p>
          <a:p>
            <a:r>
              <a:t>• Rating Category classification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Examined numerical relationships</a:t>
            </a:r>
          </a:p>
          <a:p>
            <a:r>
              <a:rPr dirty="0"/>
              <a:t>• Items Purchased strongly impacts revenue</a:t>
            </a:r>
          </a:p>
          <a:p>
            <a:r>
              <a:rPr dirty="0"/>
              <a:t>• Rating moderately correlates with spending</a:t>
            </a:r>
          </a:p>
          <a:p>
            <a:r>
              <a:rPr dirty="0"/>
              <a:t>• Identified key revenue drivers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796F8-C6B8-8EC8-6A77-A3FA38BE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spend by rating category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8BC256-9C65-D9E6-0D10-AF08E2E38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5395" y="2490788"/>
            <a:ext cx="4761148" cy="344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85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FA821-F2B5-95DA-13E3-7B56D1E2E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6" y="915338"/>
            <a:ext cx="6798734" cy="795476"/>
          </a:xfrm>
        </p:spPr>
        <p:txBody>
          <a:bodyPr/>
          <a:lstStyle/>
          <a:p>
            <a:r>
              <a:rPr lang="en-US" dirty="0"/>
              <a:t>Correlation heatmap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A2C39D-3B0B-53AC-DCFE-DA960959C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2038" y="1710814"/>
            <a:ext cx="5279923" cy="452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277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Premium members generate higher revenue</a:t>
            </a:r>
          </a:p>
          <a:p>
            <a:r>
              <a:t>• Adult age group contributes most</a:t>
            </a:r>
          </a:p>
          <a:p>
            <a:r>
              <a:t>• High-value customers dominate revenue share</a:t>
            </a:r>
          </a:p>
          <a:p>
            <a:r>
              <a:t>• Spending varies across demographics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slightly right-skewed</a:t>
            </a:r>
          </a:p>
          <a:p>
            <a:r>
              <a:t>• Certain cities generate more revenue</a:t>
            </a:r>
          </a:p>
          <a:p>
            <a:r>
              <a:t>• Positive ratings linked to higher spend</a:t>
            </a:r>
          </a:p>
          <a:p>
            <a:r>
              <a:t>• Recency affects spending behavior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Modeling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3149329" cy="3444997"/>
          </a:xfrm>
        </p:spPr>
        <p:txBody>
          <a:bodyPr>
            <a:normAutofit lnSpcReduction="10000"/>
          </a:bodyPr>
          <a:lstStyle/>
          <a:p>
            <a:r>
              <a:rPr dirty="0"/>
              <a:t>• Linear Regression applied</a:t>
            </a:r>
          </a:p>
          <a:p>
            <a:r>
              <a:rPr dirty="0"/>
              <a:t>• Features: Age, Items Purchased, Rating</a:t>
            </a:r>
          </a:p>
          <a:p>
            <a:r>
              <a:rPr dirty="0"/>
              <a:t>• Evaluated using R² and MSE</a:t>
            </a:r>
          </a:p>
          <a:p>
            <a:r>
              <a:rPr dirty="0"/>
              <a:t>• Supports revenue forecasting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AA1F1B-6D74-29E9-A39D-1B1CCCCCF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639" y="2396837"/>
            <a:ext cx="4029637" cy="33818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Membership type impacts spending</a:t>
            </a:r>
          </a:p>
          <a:p>
            <a:r>
              <a:t>• High-value customers should be prioritized</a:t>
            </a:r>
          </a:p>
          <a:p>
            <a:r>
              <a:t>• Customer satisfaction affects revenue</a:t>
            </a:r>
          </a:p>
          <a:p>
            <a:r>
              <a:t>• Age segmentation improves targeting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Launch loyalty programs</a:t>
            </a:r>
          </a:p>
          <a:p>
            <a:r>
              <a:t>• Improve low-rated services</a:t>
            </a:r>
          </a:p>
          <a:p>
            <a:r>
              <a:t>• Target adult demographic</a:t>
            </a:r>
          </a:p>
          <a:p>
            <a:r>
              <a:t>• Focus on customer retention</a:t>
            </a:r>
          </a:p>
          <a:p>
            <a:r>
              <a:t>• Use predictive analytics for planning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uncovered key revenue drivers.</a:t>
            </a:r>
          </a:p>
          <a:p>
            <a:r>
              <a:t>Data-driven strategies improve retention,</a:t>
            </a:r>
          </a:p>
          <a:p>
            <a:r>
              <a:t>increase revenue, and optimize performance.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</TotalTime>
  <Words>299</Words>
  <Application>Microsoft Office PowerPoint</Application>
  <PresentationFormat>On-screen Show (4:3)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Garamond</vt:lpstr>
      <vt:lpstr>Organic</vt:lpstr>
      <vt:lpstr>E-Commerce Customer Behavior Analysis</vt:lpstr>
      <vt:lpstr>Business Objective</vt:lpstr>
      <vt:lpstr>Dataset Overview</vt:lpstr>
      <vt:lpstr>Data Cleaning Process</vt:lpstr>
      <vt:lpstr>Feature Engineering</vt:lpstr>
      <vt:lpstr>Correlation Analysis</vt:lpstr>
      <vt:lpstr>Total spend by rating category</vt:lpstr>
      <vt:lpstr>Correlation heatmap </vt:lpstr>
      <vt:lpstr>Customer Segmentation Insights</vt:lpstr>
      <vt:lpstr>Revenue Analysis</vt:lpstr>
      <vt:lpstr>Predictive Modeling (Optional)</vt:lpstr>
      <vt:lpstr>Key Business Insights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SAGAR THARU</cp:lastModifiedBy>
  <cp:revision>5</cp:revision>
  <dcterms:created xsi:type="dcterms:W3CDTF">2013-01-27T09:14:16Z</dcterms:created>
  <dcterms:modified xsi:type="dcterms:W3CDTF">2026-02-14T14:31:35Z</dcterms:modified>
  <cp:category/>
</cp:coreProperties>
</file>